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572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000000"/>
                </a:solidFill>
              </a:rPr>
              <a:t>🌱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274320" y="2743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MathSprout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" y="36576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 minutes a day,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progress all year"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502920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5029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 STEMFEST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Trợ lý AI giúp em học Toán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0" y="2011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thật vui và thật giỏi!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0" y="2926080"/>
            <a:ext cx="5486400" cy="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giả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3566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Trần Nhật Minh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sinh lớp 2  •  Vinhomes Ocean Park 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5943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 5 /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 xin trình bày 6 phần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0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554480"/>
            <a:ext cx="3611880" cy="219456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640080" cy="64008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15468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🔍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 thực tế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1554480"/>
            <a:ext cx="3611880" cy="219456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34840" y="17830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90372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💡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434840" y="2606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34840" y="31089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55280" y="1554480"/>
            <a:ext cx="3611880" cy="219456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78308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1783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652760" y="1691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📦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8183880" y="26060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183880" y="310896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hình minh họa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3611880" cy="219456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 w="25400">
            <a:solidFill>
              <a:srgbClr val="1E3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4206240"/>
            <a:ext cx="640080" cy="640080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154680" y="4114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🛠️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685800" y="50292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&amp; Improve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5800" y="55321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nghiệm cải tiến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206240" y="3977640"/>
            <a:ext cx="3611880" cy="219456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 w="25400">
            <a:solidFill>
              <a:srgbClr val="0F7A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34840" y="4206240"/>
            <a:ext cx="640080" cy="640080"/>
          </a:xfrm>
          <a:prstGeom prst="ellipse">
            <a:avLst/>
          </a:prstGeom>
          <a:solidFill>
            <a:srgbClr val="0F7A37"/>
          </a:solidFill>
          <a:ln/>
        </p:spPr>
      </p:sp>
      <p:sp>
        <p:nvSpPr>
          <p:cNvPr id="30" name="Text 28"/>
          <p:cNvSpPr/>
          <p:nvPr/>
        </p:nvSpPr>
        <p:spPr>
          <a:xfrm>
            <a:off x="443484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03720" y="4114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🌍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4434840" y="50292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4434840" y="55321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 động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955280" y="3977640"/>
            <a:ext cx="3611880" cy="2194560"/>
          </a:xfrm>
          <a:prstGeom prst="roundRect">
            <a:avLst>
              <a:gd name="adj" fmla="val 6250"/>
            </a:avLst>
          </a:prstGeom>
          <a:solidFill>
            <a:srgbClr val="F0FDF4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83880" y="4206240"/>
            <a:ext cx="640080" cy="64008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36" name="Text 34"/>
          <p:cNvSpPr/>
          <p:nvPr/>
        </p:nvSpPr>
        <p:spPr>
          <a:xfrm>
            <a:off x="818388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10652760" y="4114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🎤</a:t>
            </a:r>
            <a:endParaRPr lang="en-US" sz="3800" dirty="0"/>
          </a:p>
        </p:txBody>
      </p:sp>
      <p:sp>
        <p:nvSpPr>
          <p:cNvPr id="38" name="Text 36"/>
          <p:cNvSpPr/>
          <p:nvPr/>
        </p:nvSpPr>
        <p:spPr>
          <a:xfrm>
            <a:off x="8183880" y="50292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Student Voice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183880" y="553212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kiến học sinh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MathSprout  —  STEMFEST 2026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BBF7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Vì sao học Toán lại khó với chúng em?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3657600" cy="25603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😕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Bài tập khó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nhiều bài Toán 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hiểu được luôn.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2103120"/>
            <a:ext cx="3657600" cy="25603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61688" y="2286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👨‍💼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544568" y="3383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Bố mẹ rất bận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44568" y="3886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 mẹ đi làm cả ngày,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 hỏi được khi cần.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66176" y="2103120"/>
            <a:ext cx="3657600" cy="256032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22860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🤯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449056" y="33832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Người lớn giải khó hiểu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49056" y="3886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Bố mẹ giải nhanh quá,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từ của người lớn.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937760"/>
            <a:ext cx="11247120" cy="1188720"/>
          </a:xfrm>
          <a:prstGeom prst="roundRect">
            <a:avLst>
              <a:gd name="adj" fmla="val 11538"/>
            </a:avLst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93776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Em hỏi các bạn lớp 2 — Toán là môn KHÓ NHẤT!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MathSprout  —  STEMFEST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BBF7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IDEA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Giải pháp của em: bạn trợ lý AI 🌱 Sprout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4114800" cy="4114800"/>
          </a:xfrm>
          <a:prstGeom prst="roundRect">
            <a:avLst>
              <a:gd name="adj" fmla="val 5556"/>
            </a:avLst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94560"/>
            <a:ext cx="41148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dirty="0">
                <a:solidFill>
                  <a:srgbClr val="000000"/>
                </a:solidFill>
              </a:rPr>
              <a:t>🌱</a:t>
            </a:r>
            <a:endParaRPr lang="en-US" sz="200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Sprout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53492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Mầm Cây Thông Minh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937760" y="2011680"/>
            <a:ext cx="6858000" cy="123444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2240280"/>
            <a:ext cx="777240" cy="7772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2240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080760" y="217627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Luôn sẵn sàng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80760" y="2606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bao giờ bận, lúc nào cũng giúp em ngay.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3429000"/>
            <a:ext cx="6858000" cy="123444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0" y="3657600"/>
            <a:ext cx="777240" cy="7772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0" y="36576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😊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80760" y="359359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Rất kiên nhẫn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080760" y="40233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hỏi bao nhiêu lần Sprout cũng vui vẻ trả lời.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937760" y="4846320"/>
            <a:ext cx="6858000" cy="123444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20640" y="5074920"/>
            <a:ext cx="777240" cy="7772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5074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080760" y="501091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Nói tiếng học sinh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080760" y="5440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Sprout giải bài đúng cách lớp 1, 2, 3 hiểu được.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MathSprout  —  STEMFEST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BBF7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PROTOTYPE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Đây là ứng dụng MathSprout của em!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đã làm thật — chạy trên web, có 11 dạng bài tập từ lớp 1 đến lớp 5.</a:t>
            </a:r>
            <a:endParaRPr lang="en-US" sz="1400" dirty="0"/>
          </a:p>
        </p:txBody>
      </p:sp>
      <p:pic>
        <p:nvPicPr>
          <p:cNvPr id="6" name="Image 0" descr="/Users/tonyhoang/Documents/GitHub/mathsprout/plans/260510-1702-stemfest-pptx/assets/02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286000"/>
            <a:ext cx="5212080" cy="3657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6080760"/>
            <a:ext cx="5212080" cy="411480"/>
          </a:xfrm>
          <a:prstGeom prst="roundRect">
            <a:avLst>
              <a:gd name="adj" fmla="val 17778"/>
            </a:avLst>
          </a:prstGeom>
          <a:solidFill>
            <a:srgbClr val="16A34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60807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Dashboard — Mầm cây + 5 ngày streak 🔥</a:t>
            </a:r>
            <a:endParaRPr lang="en-US" sz="1300" dirty="0"/>
          </a:p>
        </p:txBody>
      </p:sp>
      <p:pic>
        <p:nvPicPr>
          <p:cNvPr id="9" name="Image 1" descr="/Users/tonyhoang/Documents/GitHub/mathsprout/plans/260510-1702-stemfest-pptx/assets/03-skill-map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2286000"/>
            <a:ext cx="5212080" cy="3657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492240" y="6080760"/>
            <a:ext cx="521208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/>
        </p:spPr>
      </p:sp>
      <p:sp>
        <p:nvSpPr>
          <p:cNvPr id="11" name="Text 7"/>
          <p:cNvSpPr/>
          <p:nvPr/>
        </p:nvSpPr>
        <p:spPr>
          <a:xfrm>
            <a:off x="6492240" y="608076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Skill Map — Em giỏi gì, em yếu gì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MathSprout  —  STEMFEST 2026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BBF7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PROTOTYPE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Trái tim của app — Sprout AI giúp em giải bài</a:t>
            </a:r>
            <a:endParaRPr lang="en-US" sz="2800" dirty="0"/>
          </a:p>
        </p:txBody>
      </p:sp>
      <p:pic>
        <p:nvPicPr>
          <p:cNvPr id="5" name="Image 0" descr="/Users/tonyhoang/Documents/GitHub/mathsprout/plans/260510-1702-stemfest-pptx/assets/06-practi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783080"/>
            <a:ext cx="5212080" cy="4023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897880"/>
            <a:ext cx="5212080" cy="411480"/>
          </a:xfrm>
          <a:prstGeom prst="roundRect">
            <a:avLst>
              <a:gd name="adj" fmla="val 17778"/>
            </a:avLst>
          </a:prstGeom>
          <a:solidFill>
            <a:srgbClr val="16A34A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58978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Bài tập — song ngữ Anh-Việt + đọc to 🔊</a:t>
            </a:r>
            <a:endParaRPr lang="en-US" sz="1300" dirty="0"/>
          </a:p>
        </p:txBody>
      </p:sp>
      <p:pic>
        <p:nvPicPr>
          <p:cNvPr id="8" name="Image 1" descr="/Users/tonyhoang/Documents/GitHub/mathsprout/plans/260510-1702-stemfest-pptx/assets/07-cha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1783080"/>
            <a:ext cx="5212080" cy="40233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92240" y="5897880"/>
            <a:ext cx="5212080" cy="411480"/>
          </a:xfrm>
          <a:prstGeom prst="roundRect">
            <a:avLst>
              <a:gd name="adj" fmla="val 17778"/>
            </a:avLst>
          </a:prstGeom>
          <a:solidFill>
            <a:srgbClr val="0F7A37"/>
          </a:solidFill>
          <a:ln/>
        </p:spPr>
      </p:sp>
      <p:sp>
        <p:nvSpPr>
          <p:cNvPr id="10" name="Text 6"/>
          <p:cNvSpPr/>
          <p:nvPr/>
        </p:nvSpPr>
        <p:spPr>
          <a:xfrm>
            <a:off x="6492240" y="58978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Chat Sprout — chụp ảnh đề 📷 → AI giải từng bước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MathSprout  —  STEMFEST 2026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BBF7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 TEST &amp; IMPROVE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 đã thử app với các bạn — và cải tiến 2 thứ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Thử nghiệm trong 1 tuần với chính em + các bạn lớp 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83768" y="2194560"/>
            <a:ext cx="5029200" cy="41148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66648" y="23774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TRƯỚC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6648" y="27432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trường quốc tế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hiểu tiếng Việt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648" y="3749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6A34A"/>
                </a:solidFill>
              </a:rPr>
              <a:t>⬇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078328" y="416052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78328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249528" y="4526280"/>
            <a:ext cx="4297680" cy="1051560"/>
          </a:xfrm>
          <a:prstGeom prst="roundRect">
            <a:avLst>
              <a:gd name="adj" fmla="val 13043"/>
            </a:avLst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1249528" y="452628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Chế độ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SONG NGỮ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66648" y="56692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Vừa học Toán, vừa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được tiếng Anh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78728" y="2194560"/>
            <a:ext cx="5029200" cy="41148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61608" y="23774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TRƯỚC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61608" y="274320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Gõ bài Toán bằng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bàn phím rất khó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61608" y="37490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B923C"/>
                </a:solidFill>
              </a:rPr>
              <a:t>⬇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473288" y="416052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73288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644488" y="4526280"/>
            <a:ext cx="4297680" cy="1051560"/>
          </a:xfrm>
          <a:prstGeom prst="roundRect">
            <a:avLst>
              <a:gd name="adj" fmla="val 13043"/>
            </a:avLst>
          </a:prstGeom>
          <a:solidFill>
            <a:srgbClr val="FB923C"/>
          </a:solidFill>
          <a:ln/>
        </p:spPr>
      </p:sp>
      <p:sp>
        <p:nvSpPr>
          <p:cNvPr id="22" name="Text 20"/>
          <p:cNvSpPr/>
          <p:nvPr/>
        </p:nvSpPr>
        <p:spPr>
          <a:xfrm>
            <a:off x="6644488" y="452628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Thêm phần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CHỤP ẢNH ĐỀ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461608" y="56692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Chụp xong AI tự đọc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giải luôn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MathSprout  —  STEMFEST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BBF7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 IMPACT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MathSprout giúp các bạn nhỏ điều gì?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1828800"/>
          </a:xfrm>
          <a:prstGeom prst="roundRect">
            <a:avLst>
              <a:gd name="adj" fmla="val 7500"/>
            </a:avLst>
          </a:prstGeom>
          <a:solidFill>
            <a:srgbClr val="F0FDF4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86000"/>
            <a:ext cx="914400" cy="9144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😄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828800" y="2103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Không sợ Toán nữa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26517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luôn có Sprout giúp đỡ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gặp bài khó.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486400" cy="1828800"/>
          </a:xfrm>
          <a:prstGeom prst="roundRect">
            <a:avLst>
              <a:gd name="adj" fmla="val 7500"/>
            </a:avLst>
          </a:prstGeom>
          <a:solidFill>
            <a:srgbClr val="F0FDF4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914400" cy="9144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589520" y="21031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Học giỏi hơn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589520" y="26517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Luyện đúng vào điểm yếu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của mỗi bạn.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5486400" cy="1828800"/>
          </a:xfrm>
          <a:prstGeom prst="roundRect">
            <a:avLst>
              <a:gd name="adj" fmla="val 7500"/>
            </a:avLst>
          </a:prstGeom>
          <a:solidFill>
            <a:srgbClr val="F0FDF4"/>
          </a:solidFill>
          <a:ln w="25400">
            <a:solidFill>
              <a:srgbClr val="FB92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343400"/>
            <a:ext cx="914400" cy="91440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343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🦸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828800" y="41605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92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Tự học được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828800" y="47091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bố mẹ bận, em vẫn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được — không phải đợi.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3886200"/>
            <a:ext cx="5486400" cy="1828800"/>
          </a:xfrm>
          <a:prstGeom prst="roundRect">
            <a:avLst>
              <a:gd name="adj" fmla="val 7500"/>
            </a:avLst>
          </a:prstGeom>
          <a:solidFill>
            <a:srgbClr val="F0FDF4"/>
          </a:solidFill>
          <a:ln w="25400">
            <a:solidFill>
              <a:srgbClr val="0F7A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343400"/>
            <a:ext cx="914400" cy="914400"/>
          </a:xfrm>
          <a:prstGeom prst="ellipse">
            <a:avLst/>
          </a:prstGeom>
          <a:solidFill>
            <a:srgbClr val="0F7A37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343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🎉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7589520" y="416052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Học Toán thật vui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89520" y="470916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streak 🔥, có badge ⭐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mầm cây 🌱 lớn lên.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989320"/>
            <a:ext cx="11247120" cy="502920"/>
          </a:xfrm>
          <a:prstGeom prst="roundRect">
            <a:avLst>
              <a:gd name="adj" fmla="val 18182"/>
            </a:avLst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5989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 minutes a day, BIG progress all year"  —  10 phút mỗi ngày, tiến bộ lớn cả năm! 🌱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MathSprout  —  STEMFEST 2026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A3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BBF7D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 STUDENT VOICE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BBF7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 rất tự hào về dự án này,</a:t>
            </a:r>
            <a:endParaRPr lang="en-US" sz="2600" dirty="0"/>
          </a:p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vì nó là sản phẩm em tự nghĩ ra</a:t>
            </a:r>
            <a:endParaRPr lang="en-US" sz="2600" dirty="0"/>
          </a:p>
          <a:p>
            <a:pPr indent="0" marL="0">
              <a:buNone/>
            </a:pPr>
            <a:r>
              <a:rPr lang="en-US" sz="26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từ chính khó khăn của em khi học Toán.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37160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mong MathSprout sẽ giúp được thật nhiều bạn nhỏ ở Việt Nam yêu thích môn Toán hơn.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498348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498348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🌱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2377440" y="5029200"/>
            <a:ext cx="5120640" cy="777240"/>
          </a:xfrm>
          <a:prstGeom prst="roundRect">
            <a:avLst>
              <a:gd name="adj" fmla="val 49412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502920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Trần Nhật Minh  —  Lớp 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MathSprout  —  STEMFEST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BF7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 mời thầy cô xem app của em!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0"/>
          </a:xfrm>
          <a:prstGeom prst="line">
            <a:avLst/>
          </a:prstGeom>
          <a:noFill/>
          <a:ln w="50800">
            <a:solidFill>
              <a:srgbClr val="16A34A"/>
            </a:solidFill>
            <a:prstDash val="solid"/>
          </a:ln>
        </p:spPr>
      </p:sp>
      <p:pic>
        <p:nvPicPr>
          <p:cNvPr id="4" name="Image 0" descr="/Users/tonyhoang/Documents/GitHub/mathsprout/plans/260510-1702-stemfest-pptx/assets/01-welc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554480"/>
            <a:ext cx="260604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57784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5577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Mở app</a:t>
            </a:r>
            <a:endParaRPr lang="en-US" sz="1400" dirty="0"/>
          </a:p>
        </p:txBody>
      </p:sp>
      <p:pic>
        <p:nvPicPr>
          <p:cNvPr id="7" name="Image 1" descr="/Users/tonyhoang/Documents/GitHub/mathsprout/plans/260510-1702-stemfest-pptx/assets/04-achievemen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64408" y="1554480"/>
            <a:ext cx="2606040" cy="39319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264408" y="557784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FB923C"/>
          </a:solidFill>
          <a:ln/>
        </p:spPr>
      </p:sp>
      <p:sp>
        <p:nvSpPr>
          <p:cNvPr id="9" name="Text 5"/>
          <p:cNvSpPr/>
          <p:nvPr/>
        </p:nvSpPr>
        <p:spPr>
          <a:xfrm>
            <a:off x="3264408" y="5577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Huy hiệu</a:t>
            </a:r>
            <a:endParaRPr lang="en-US" sz="1400" dirty="0"/>
          </a:p>
        </p:txBody>
      </p:sp>
      <p:pic>
        <p:nvPicPr>
          <p:cNvPr id="10" name="Image 2" descr="/Users/tonyhoang/Documents/GitHub/mathsprout/plans/260510-1702-stemfest-pptx/assets/05-progres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071616" y="1554480"/>
            <a:ext cx="2606040" cy="39319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071616" y="557784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16A34A"/>
          </a:solidFill>
          <a:ln/>
        </p:spPr>
      </p:sp>
      <p:sp>
        <p:nvSpPr>
          <p:cNvPr id="12" name="Text 7"/>
          <p:cNvSpPr/>
          <p:nvPr/>
        </p:nvSpPr>
        <p:spPr>
          <a:xfrm>
            <a:off x="6071616" y="5577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Tiến độ</a:t>
            </a:r>
            <a:endParaRPr lang="en-US" sz="1400" dirty="0"/>
          </a:p>
        </p:txBody>
      </p:sp>
      <p:pic>
        <p:nvPicPr>
          <p:cNvPr id="13" name="Image 3" descr="/Users/tonyhoang/Documents/GitHub/mathsprout/plans/260510-1702-stemfest-pptx/assets/07-cha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878824" y="1554480"/>
            <a:ext cx="2606040" cy="39319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8878824" y="5577840"/>
            <a:ext cx="2606040" cy="457200"/>
          </a:xfrm>
          <a:prstGeom prst="roundRect">
            <a:avLst>
              <a:gd name="adj" fmla="val 16000"/>
            </a:avLst>
          </a:prstGeom>
          <a:solidFill>
            <a:srgbClr val="0F7A37"/>
          </a:solidFill>
          <a:ln/>
        </p:spPr>
      </p:sp>
      <p:sp>
        <p:nvSpPr>
          <p:cNvPr id="15" name="Text 9"/>
          <p:cNvSpPr/>
          <p:nvPr/>
        </p:nvSpPr>
        <p:spPr>
          <a:xfrm>
            <a:off x="8878824" y="55778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Chat AI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MathSprout  —  STEMFEST 2026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10881360" y="6446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/>
          <p:nvPr/>
        </p:nvSpPr>
        <p:spPr>
          <a:xfrm>
            <a:off x="4754880" y="6400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dirty="0">
                <a:solidFill>
                  <a:srgbClr val="000000"/>
                </a:solidFill>
              </a:rPr>
              <a:t>🌱</a:t>
            </a:r>
            <a:endParaRPr lang="en-US" sz="14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7A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 xin cảm ơn!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listening!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0" y="4297680"/>
            <a:ext cx="5760720" cy="128016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43891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Trần Nhật Minh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0" y="48920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2  •  Vinhomes Ocean Park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52578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STEMFEST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🌱 MathSprout — "10 minutes a day, BIG progress all year"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MathSprout — STEMFEST 2026</dc:title>
  <dc:subject>PptxGenJS Presentation</dc:subject>
  <dc:creator>Tran Nhat Minh — Lop 2 — Vinhomes Ocean Park 1</dc:creator>
  <cp:lastModifiedBy>Tran Nhat Minh — Lop 2 — Vinhomes Ocean Park 1</cp:lastModifiedBy>
  <cp:revision>1</cp:revision>
  <dcterms:created xsi:type="dcterms:W3CDTF">2026-05-11T08:27:00Z</dcterms:created>
  <dcterms:modified xsi:type="dcterms:W3CDTF">2026-05-11T08:27:00Z</dcterms:modified>
</cp:coreProperties>
</file>