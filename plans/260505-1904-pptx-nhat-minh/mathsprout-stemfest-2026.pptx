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4114800" cy="4114800"/>
          </a:xfrm>
          <a:prstGeom prst="ellipse">
            <a:avLst/>
          </a:prstGeom>
          <a:solidFill>
            <a:srgbClr val="F9D44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2011680" cy="2011680"/>
          </a:xfrm>
          <a:prstGeom prst="ellipse">
            <a:avLst/>
          </a:prstGeom>
          <a:solidFill>
            <a:srgbClr val="F9616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F9D4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STEMFEST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000000"/>
                </a:solidFill>
              </a:rPr>
              <a:t>🌱</a:t>
            </a:r>
            <a:endParaRPr lang="en-US" sz="180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MathSprout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3200400" y="3840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9D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minutes a day, BIG progress all year"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Toán bằng Tiếng Anh cho học sinh tiểu học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5669280"/>
            <a:ext cx="59436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7150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👦 Trần Nhật Minh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6080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2A5 - Trường Tiểu học Vinschool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Vấn đề là gì?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em làm dự án này?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8600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😰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37744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Khó học Toán bằng Tiếng Anh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bạn không hiểu từ vựng tiếng Anh khi học toán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8100">
            <a:solidFill>
              <a:srgbClr val="F9D4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286000"/>
            <a:ext cx="1097280" cy="1097280"/>
          </a:xfrm>
          <a:prstGeom prst="ellipse">
            <a:avLst/>
          </a:prstGeom>
          <a:solidFill>
            <a:srgbClr val="F9D44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📚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Bài tập giống nhau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2834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 bài tập cố định, không đổi mới mỗi ngày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8100">
            <a:solidFill>
              <a:srgbClr val="5DA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572000"/>
            <a:ext cx="1097280" cy="109728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72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🤷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37744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Không biết mình yếu phần nào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77440" y="5120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ai chỉ ra điểm yếu để em luyện thêm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20624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81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572000"/>
            <a:ext cx="1097280" cy="10972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572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😴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04672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Học chán, không vui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720" y="5120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khô khan, không có hiệu ứng hấp dẫn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Giải pháp của em: MathSprout 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000000"/>
                </a:solidFill>
              </a:rPr>
              <a:t>🌱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MathSprout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D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phút mỗi ngày!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MathSprout là gì?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26480" y="25603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5603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25603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Toán bằng Tiếng Anh, có dịch sang Tiếng Việt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474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34747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thông minh đề xuất bài tập theo điểm yếu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3891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3891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43891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tự sinh — không bao giờ lặp lại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53035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53035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🎉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3232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 như chơi game với mầm cây, sao và huy hiệu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Tính năng nổi bật 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tính năng giúp việc học Toán vui và hiệu quả hơn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🔢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phép tính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468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Cộng, trừ, nhân, chia bằng tiếng Anh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9659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406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 Problems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0680" y="2468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có lời văn biến hóa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F9D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659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2354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D4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Đọc to câu hỏi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0" y="2468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đọc tiếng Anh chuẩn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4592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Mầm cây lớn dần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XP và streak hàng ngày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4290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5661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44068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Map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kỹ năng từng chủ đề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5DA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5661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23544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A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 Chart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5440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tiến độ 7 ngày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F9D4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1663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🏅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164592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D4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Huy hiệu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45920" y="5669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badges hấp dẫn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50292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51663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🎉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44068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Confetti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40680" y="5669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vui khi trả lời đúng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50292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51663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23544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Lưu Offline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35440" y="5669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cả khi không có mạng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9616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F9D4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ĐIỂM SÁNG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D4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Adaptive Learning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thông minh đề xuất bài tập riêng cho mỗi bạn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56616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2743200"/>
            <a:ext cx="914400" cy="914400"/>
          </a:xfrm>
          <a:prstGeom prst="ellipse">
            <a:avLst/>
          </a:prstGeom>
          <a:solidFill>
            <a:srgbClr val="F9616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📊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Phân tích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xem bạn làm đúng/sai phần nào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42062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D442"/>
                </a:solidFill>
              </a:rPr>
              <a:t>➜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480560" y="3108960"/>
            <a:ext cx="356616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2743200"/>
            <a:ext cx="914400" cy="914400"/>
          </a:xfrm>
          <a:prstGeom prst="ellipse">
            <a:avLst/>
          </a:prstGeom>
          <a:solidFill>
            <a:srgbClr val="F9D44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480560" y="3749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🎯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448056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Tìm điểm yếu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6344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kỹ năng cần luyện thêm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42062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D442"/>
                </a:solidFill>
              </a:rPr>
              <a:t>➜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8321040" y="3108960"/>
            <a:ext cx="356616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646920" y="2743200"/>
            <a:ext cx="914400" cy="914400"/>
          </a:xfrm>
          <a:prstGeom prst="ellipse">
            <a:avLst/>
          </a:prstGeom>
          <a:solidFill>
            <a:srgbClr val="97BC6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321040" y="3749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✨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832104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Đề xuất bài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503920" y="5212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sinh bài tập phù hợp cho bạn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D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Mỗi bạn có một lộ trình học riêng, không ai giống ai!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 làm bằng gì? 🛠️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em đã học và sử dụng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5DAD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914400" cy="91440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⚛️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2606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giao diện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F9D4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03120"/>
            <a:ext cx="914400" cy="914400"/>
          </a:xfrm>
          <a:prstGeom prst="ellipse">
            <a:avLst/>
          </a:prstGeom>
          <a:solidFill>
            <a:srgbClr val="F9D44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58952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Vite 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0" y="2606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dev server siêu nhanh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94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661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66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92024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Tailwind CSS 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4069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trí đẹp cho web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5394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566160"/>
            <a:ext cx="914400" cy="9144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566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📜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58952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89520" y="4069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lập trình chính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5394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5DA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029200"/>
            <a:ext cx="914400" cy="91440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029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920240" y="5029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Speech API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920240" y="5532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to câu hỏi tiếng Anh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846320"/>
            <a:ext cx="539496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50292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029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589520" y="5029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localStorage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589520" y="5532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dữ liệu trên máy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Cách dùng MathSprout 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bước đơn giản — bắt đầu chỉ trong 1 phút!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GET STARTED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03120"/>
            <a:ext cx="822960" cy="822960"/>
          </a:xfrm>
          <a:prstGeom prst="ellipse">
            <a:avLst/>
          </a:prstGeom>
          <a:solidFill>
            <a:srgbClr val="F9D44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235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Đăng ký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+ tuổi + lớp + buddy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0312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640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6404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mầm cây + streak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657600"/>
            <a:ext cx="822960" cy="8229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78308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10 bài toán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38328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6576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2356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2356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đúng/sai song ngữ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338328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3657600"/>
            <a:ext cx="822960" cy="822960"/>
          </a:xfrm>
          <a:prstGeom prst="ellipse">
            <a:avLst/>
          </a:prstGeom>
          <a:solidFill>
            <a:srgbClr val="F9D4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46404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XP mới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4640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về Dashboard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93776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521208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212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78308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Map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78308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điểm mạnh/yếu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80560" y="493776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663440" y="5212080"/>
            <a:ext cx="822960" cy="8229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5212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62356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62356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7 ngày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21040" y="493776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503920" y="521208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5212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946404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Badges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46404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Sưu tập huy hiệu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Hướng phát triển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v2.0 — em sẽ làm tiếp những tính năng này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Đã có (v1.0)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phép tính + Word Problems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Song ngữ Anh-Việt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Adaptive Learning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Skill Map + Progress Chart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 Huy hiệu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Lưu offline (localStorage)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03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🚧 Sắp có (v2.0)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6948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Sprout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69480" y="34290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Mini-games (Bubble Pop)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114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69480" y="4114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Leaderboard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800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69480" y="4800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Mode (báo cáo email)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5486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69480" y="5486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(PWA)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9D44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914400"/>
            <a:ext cx="1828800" cy="1828800"/>
          </a:xfrm>
          <a:prstGeom prst="ellipse">
            <a:avLst/>
          </a:prstGeom>
          <a:solidFill>
            <a:srgbClr val="F96167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🌱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CẢM ƠN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9D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thầy cô và các bạn đã lắng nghe!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💖 Em mong MathSprout sẽ giúp các bạn học Toán vui hơn 💖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5394960"/>
            <a:ext cx="484632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5486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Trần Nhật Minh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989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2A5 - Vinschool · STEMFEST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MathSprout - STEMFEST 2026</dc:title>
  <dc:subject>PptxGenJS Presentation</dc:subject>
  <dc:creator>Trần Nhật Minh - Lớp 2A5</dc:creator>
  <cp:lastModifiedBy>Trần Nhật Minh - Lớp 2A5</cp:lastModifiedBy>
  <cp:revision>1</cp:revision>
  <dcterms:created xsi:type="dcterms:W3CDTF">2026-05-05T12:15:34Z</dcterms:created>
  <dcterms:modified xsi:type="dcterms:W3CDTF">2026-05-05T12:15:34Z</dcterms:modified>
</cp:coreProperties>
</file>