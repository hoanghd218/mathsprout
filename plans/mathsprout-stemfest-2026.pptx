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86EFAC">
              <a:alpha val="2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🌱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Toán bằng Tiếng Anh — có AI Sprout 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phút mỗi ngày — Tiến bộ lớn cả năm"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5669280"/>
            <a:ext cx="502920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STEMFEST 2026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· Vinschool Ocean Park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029200" cy="3657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Tác giả: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Trần Nhật Minh — Lớp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các bạn nhỏ gặp phải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</a:rPr>
              <a:t>Học Toán bằng tiếng Anh không dễ chút nào...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😕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011680" y="24231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hiểu từ vựng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29718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tiếng Anh trong sách Toán lạ và khó nhớ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👨‍🏫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726680" y="24231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ai kèm 1-1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26680" y="29718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mẹ bận, không phải lúc nào cũng sẵn sàng giúp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754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📖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011680" y="4800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khô khan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53492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 bài tập không đủ vui, chán làm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438912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754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❓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7726680" y="4800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mà không biết tại sao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26680" y="53492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sai cũng không có ai giải thích chỗ sai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000000"/>
                </a:solidFill>
              </a:rPr>
              <a:t>🌱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MathSprout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6EFAC"/>
                </a:solidFill>
              </a:rPr>
              <a:t>Web app trợ lý học Toán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548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</a:rPr>
              <a:t>Giải pháp của 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Một app duy nhất — 4 siêu năng lực: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1783080"/>
            <a:ext cx="868680" cy="8686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🌐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53796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Song ngữ Anh-Việt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Bật/tắt 1 chạm — quen từ mới rồi tự tin với English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297180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971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🤖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53796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AI Sprout Assistant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3383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Claude AI giải thích bài, đề xuất bài theo điểm yếu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4160520"/>
            <a:ext cx="868680" cy="8686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4160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🎮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53796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Học như chơi game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37960" y="4572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15 mốc phần thưởng + Shop XP + Huy hiệu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5349240"/>
            <a:ext cx="868680" cy="868680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5349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🌱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537960" y="5303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Cá nhân hoá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Bài khó dần theo lớp 1-5 + adaptive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D"/>
                </a:solidFill>
              </a:rPr>
              <a:t>11 dạng bài tập (lớp 1 → lớp 5)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</a:rPr>
              <a:t>Phủ toàn bộ chương trình Toán tiểu học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Phép cộng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1-5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➖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8912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Phép trừ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1-5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✖️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26948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Phép nhân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948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2-5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➗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149840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Phép chia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4984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3-5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50876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So sánh số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1-3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310896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🔢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38912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Đếm nhảy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8912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1-2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10896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🕐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26948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Đọc đồng hồ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6948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2-5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89720" y="310896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2688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💵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014984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Tiền VNĐ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4984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2-5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389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📏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150876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Đo lường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08760" y="4983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2-5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429000" y="4389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56616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📐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438912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Hình học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389120" y="4983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1-5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4389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4652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🍕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726948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Phân số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69480" y="4983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Lớp 4-5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5760720"/>
            <a:ext cx="1106424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7607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6EFAC"/>
                </a:solidFill>
              </a:rPr>
              <a:t>11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dạng bài  ·  </a:t>
            </a:r>
            <a:pPr algn="ctr" indent="0" marL="0">
              <a:buNone/>
            </a:pPr>
            <a:r>
              <a:rPr lang="en-US" sz="3200" b="1" dirty="0">
                <a:solidFill>
                  <a:srgbClr val="86EFAC"/>
                </a:solidFill>
              </a:rPr>
              <a:t>5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lớp  ·  </a:t>
            </a:r>
            <a:pPr algn="ctr" indent="0" marL="0">
              <a:buNone/>
            </a:pPr>
            <a:r>
              <a:rPr lang="en-US" sz="1800" i="1" dirty="0">
                <a:solidFill>
                  <a:srgbClr val="FEF3C7"/>
                </a:solidFill>
              </a:rPr>
              <a:t>word problems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song ngữ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Sprout Assistant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868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6EFAC"/>
                </a:solidFill>
              </a:rPr>
              <a:t>Powered by Claude Sonnet 4.6 — giải thích thông minh, cá nhân hoá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2194560"/>
          </a:xfrm>
          <a:prstGeom prst="rect">
            <a:avLst/>
          </a:prstGeom>
          <a:solidFill>
            <a:srgbClr val="FEFCE8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03120"/>
            <a:ext cx="914400" cy="9144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20240" y="2148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32D"/>
                </a:solidFill>
              </a:rPr>
              <a:t>Hỏi Sprout giải thích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920240" y="2697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Bấm sau khi làm xong → AI giải song ngữ, đọc to bằng giọng tự nhiên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486400" cy="2194560"/>
          </a:xfrm>
          <a:prstGeom prst="rect">
            <a:avLst/>
          </a:prstGeom>
          <a:solidFill>
            <a:srgbClr val="FEFCE8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103120"/>
            <a:ext cx="914400" cy="914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0" y="2148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32D"/>
                </a:solidFill>
              </a:rPr>
              <a:t>Cần Sprout giúp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80960" y="2697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Đợi 30 giây không trả lời → nút gợi ý nhẹ nhàng xuất hiện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486400" cy="2194560"/>
          </a:xfrm>
          <a:prstGeom prst="rect">
            <a:avLst/>
          </a:prstGeom>
          <a:solidFill>
            <a:srgbClr val="FEFCE8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572000"/>
            <a:ext cx="914400" cy="9144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72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20240" y="4617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32D"/>
                </a:solidFill>
              </a:rPr>
              <a:t>Sprout đề xuất bài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920240" y="51663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AI phân tích lịch sử → đề xuất 3-5 dạng bài có lý do cụ thể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297680"/>
            <a:ext cx="5486400" cy="2194560"/>
          </a:xfrm>
          <a:prstGeom prst="rect">
            <a:avLst/>
          </a:prstGeom>
          <a:solidFill>
            <a:srgbClr val="FEFCE8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4572000"/>
            <a:ext cx="914400" cy="914400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572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80960" y="4617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32D"/>
                </a:solidFill>
              </a:rPr>
              <a:t>Chat với Sprout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680960" y="51663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Hỏi đáp tự do bất kỳ câu hỏi toán nào — như có gia sư bên cạnh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🚀 Stream real-time · Prompt caching giảm 90% chi phí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D"/>
                </a:solidFill>
              </a:rPr>
              <a:t>🏆 Hệ thống Phần thưởng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</a:rPr>
              <a:t>Học càng nhiều — quà càng to. 15 mốc thời gian, mỗi mốc một huy hiệu.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/>
                </a:solidFill>
              </a:rPr>
              <a:t>15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mốc thời gian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8745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</a:rPr>
              <a:t>20+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33756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huy hiệu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8745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</a:rPr>
              <a:t>3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gói shop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8745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532D"/>
                </a:solidFill>
              </a:rPr>
              <a:t>∞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91540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XP có thể đạt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Một số mốc nổi bật: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5 phút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+5 XP — Học 5 phút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10 phút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+30 XP — Học cùng nhau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4434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20 phút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+120 XP — Tập trung học bài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29400" y="4434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25 phút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+140 XP — Bé học bài ngoan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🦸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5156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45 phút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+100 XP — Tập luyện siêu năng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2940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50 phút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+789 XP — Ngôi sao vàng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51560" y="5623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1h25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743200" y="5623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+1233 XP — Ngôi sao siêu sáng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🎉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29400" y="5623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3 tiếng + 3450 XP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5623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+1147 XP — Học toán vui vẻ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D"/>
                </a:solidFill>
              </a:rPr>
              <a:t>🛒 Shop XP — đổi điểm lấy quà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</a:rPr>
              <a:t>Tích XP từ làm bài → mua câu hỏi dễ + huy hiệu đặc biệt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STARTER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📚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Gói cơ bản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350 XP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097280" y="4617720"/>
            <a:ext cx="2560320" cy="182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754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✓ +15 câu hỏi dễ (warm-up)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✓ Mua được nhiều lần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3657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828800"/>
            <a:ext cx="36576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PRO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🔥</a:t>
            </a:r>
            <a:endParaRPr lang="en-US" sz="7000" dirty="0"/>
          </a:p>
        </p:txBody>
      </p:sp>
      <p:sp>
        <p:nvSpPr>
          <p:cNvPr id="16" name="Text 14"/>
          <p:cNvSpPr/>
          <p:nvPr/>
        </p:nvSpPr>
        <p:spPr>
          <a:xfrm>
            <a:off x="452628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Gói Cố gắng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2628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1.200 XP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074920" y="4617720"/>
            <a:ext cx="2560320" cy="182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4754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✓ +30 câu hỏi dễ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✓ Huy hiệu 🔥 Cố gắng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✓ Phần thưởng tinh thần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1828800"/>
            <a:ext cx="3657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03920" y="1828800"/>
            <a:ext cx="3657600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LEGENDARY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🦸‍♂️</a:t>
            </a:r>
            <a:endParaRPr lang="en-US" sz="7000" dirty="0"/>
          </a:p>
        </p:txBody>
      </p:sp>
      <p:sp>
        <p:nvSpPr>
          <p:cNvPr id="24" name="Text 22"/>
          <p:cNvSpPr/>
          <p:nvPr/>
        </p:nvSpPr>
        <p:spPr>
          <a:xfrm>
            <a:off x="850392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Gói Siêu năng MAX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0392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</a:rPr>
              <a:t>3.400 XP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9052560" y="4617720"/>
            <a:ext cx="2560320" cy="182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4754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✓ +89 câu hỏi dễ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✓ Huy hiệu 🧠 Thông minh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✓ Huy hiệu 🎯 Tập trung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✓ Huy hiệu 🦸‍♂️ Siêu năng MAX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D"/>
                </a:solidFill>
              </a:rPr>
              <a:t>⚙️ Em đã làm như thế nào?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</a:rPr>
              <a:t>Tech stack hiện đại — production-ready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⚛️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React 19 + Vite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UI components + dev server siêu nhanh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🎨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5321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STYLING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3212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Tailwind CSS 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Claymorphism — bo tròn, mềm mại, kid-friendly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4183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1832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Claude Sonnet 4.6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Stream giải thích + đề xuất bài, prompt caching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749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☁️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6459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BACKEND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Vercel Functions (Node)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Serverless API /api/* deploy 1 click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47472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3749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💾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5321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STORAGE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localStorage offline-first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Không cần đăng nhập, không cần internet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347472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03920" y="3749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🔊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94183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AUDIO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18320" y="3886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Web Speech API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183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Đọc to câu hỏi bằng giọng EN/VI tự nhiên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6EFAC"/>
                </a:solidFill>
              </a:rPr>
              <a:t>100%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open source · </a:t>
            </a:r>
            <a:pPr algn="ctr" indent="0" marL="0">
              <a:buNone/>
            </a:pPr>
            <a:r>
              <a:rPr lang="en-US" sz="1800" i="1" dirty="0">
                <a:solidFill>
                  <a:srgbClr val="FEF3C7"/>
                </a:solidFill>
              </a:rPr>
              <a:t>free for everyone</a:t>
            </a:r>
            <a:pPr algn="ctr" indent="0" marL="0">
              <a:buNone/>
            </a:pPr>
            <a:endParaRPr lang="en-US" sz="3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Made with ❤️ by a Vietnamese 2nd grader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32D"/>
                </a:solidFill>
              </a:rPr>
              <a:t>🚀 Bắt đầu trong 3 bước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</a:rPr>
              <a:t>Mỗi ngày 10 phút — đủ một bài học hoàn chỉnh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97280" cy="10972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1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078992" y="3017520"/>
            <a:ext cx="36576" cy="32004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920240"/>
            <a:ext cx="9692640" cy="1097280"/>
          </a:xfrm>
          <a:prstGeom prst="rect">
            <a:avLst/>
          </a:prstGeom>
          <a:solidFill>
            <a:srgbClr val="FEFCE8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Đăng ký nhanh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94560" y="25146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Nhập tên, tuổi, lớp, chọn buddy 🌱 — xong trong 30 giây.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097280" cy="10972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37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2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1078992" y="4434840"/>
            <a:ext cx="36576" cy="32004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3337560"/>
            <a:ext cx="9692640" cy="1097280"/>
          </a:xfrm>
          <a:prstGeom prst="rect">
            <a:avLst/>
          </a:prstGeom>
          <a:solidFill>
            <a:srgbClr val="FEFCE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Bấm 'START TODAY\'S LESSON'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3931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10 câu hỏi cá nhân hoá — cộng XP, mở huy hiệu, lên level cây 🌱→🌳→🌲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097280" cy="10972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754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3</a:t>
            </a:r>
            <a:endParaRPr lang="en-US" sz="5600" dirty="0"/>
          </a:p>
        </p:txBody>
      </p:sp>
      <p:sp>
        <p:nvSpPr>
          <p:cNvPr id="18" name="Shape 16"/>
          <p:cNvSpPr/>
          <p:nvPr/>
        </p:nvSpPr>
        <p:spPr>
          <a:xfrm>
            <a:off x="1920240" y="4754880"/>
            <a:ext cx="9692640" cy="1097280"/>
          </a:xfrm>
          <a:prstGeom prst="rect">
            <a:avLst/>
          </a:prstGeom>
          <a:solidFill>
            <a:srgbClr val="FEFCE8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945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</a:rPr>
              <a:t>Hỏi Sprout khi cần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94560" y="5349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Sai bài? Bấm 🌱 hỏi Sprout giải thích. Mỗi lần hỏi = ít sai hơn lần sau.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💡 Tip: Học liên tục → mở badge "3-Day Streak", "Week Warrior", "Học toán vui vẻ"...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86EFAC">
              <a:alpha val="20000"/>
            </a:srgbClr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6636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🌱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Cảm ơn cô và các bạn!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6EFAC"/>
                </a:solidFill>
              </a:rPr>
              <a:t>"10 phút mỗi ngày — Tiến bộ lớn cả năm"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0" y="4572000"/>
            <a:ext cx="39319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Trần Nhật Minh 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EF3C7"/>
                </a:solidFill>
              </a:rPr>
              <a:t>Lớp 2 · STEMFEST 2026 · Vinschool Ocean Park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6EFAC"/>
                </a:solidFill>
              </a:rPr>
              <a:t>Q&amp;A — Em sẵn sàng trả lời câu hỏi của các bạn 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MathSprout — STEMFEST 2026</dc:title>
  <dc:subject>PptxGenJS Presentation</dc:subject>
  <dc:creator>Trần Nhật Minh</dc:creator>
  <cp:lastModifiedBy>Trần Nhật Minh</cp:lastModifiedBy>
  <cp:revision>1</cp:revision>
  <dcterms:created xsi:type="dcterms:W3CDTF">2026-05-09T08:15:45Z</dcterms:created>
  <dcterms:modified xsi:type="dcterms:W3CDTF">2026-05-09T08:15:45Z</dcterms:modified>
</cp:coreProperties>
</file>